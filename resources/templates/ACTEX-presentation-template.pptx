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handoutMasterIdLst>
    <p:handoutMasterId r:id="rId11"/>
  </p:handoutMasterIdLst>
  <p:sldIdLst>
    <p:sldId id="382" r:id="rId5"/>
    <p:sldId id="441" r:id="rId6"/>
    <p:sldId id="352" r:id="rId7"/>
    <p:sldId id="443" r:id="rId8"/>
    <p:sldId id="397" r:id="rId9"/>
  </p:sldIdLst>
  <p:sldSz cx="9144000" cy="5143500" type="screen16x9"/>
  <p:notesSz cx="9296400" cy="7010400"/>
  <p:custDataLst>
    <p:tags r:id="rId12"/>
  </p:custDataLst>
  <p:defaultTextStyle>
    <a:defPPr>
      <a:defRPr lang="en-US"/>
    </a:defPPr>
    <a:lvl1pPr marL="0" algn="l" defTabSz="68563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818" algn="l" defTabSz="68563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638" algn="l" defTabSz="68563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457" algn="l" defTabSz="68563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276" algn="l" defTabSz="68563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095" algn="l" defTabSz="68563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6914" algn="l" defTabSz="68563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399733" algn="l" defTabSz="68563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2552" algn="l" defTabSz="68563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59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07" userDrawn="1">
          <p15:clr>
            <a:srgbClr val="A4A3A4"/>
          </p15:clr>
        </p15:guide>
        <p15:guide id="2" pos="292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AD6863C-13AA-576A-0931-D19D1863B77A}" name="Bill Marella" initials="BM" userId="8cae5fcc45636bfc" providerId="Windows Live"/>
  <p188:author id="{3F2C0AE8-176C-2160-230E-AB63CFF06DB8}" name="Rachel Maragnano" initials="RM" userId="53179120282c5242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lliam Marella" initials="WM" lastIdx="1" clrIdx="0">
    <p:extLst>
      <p:ext uri="{19B8F6BF-5375-455C-9EA6-DF929625EA0E}">
        <p15:presenceInfo xmlns:p15="http://schemas.microsoft.com/office/powerpoint/2012/main" userId="S-1-5-21-307781104-2522018117-2607591684-212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1938"/>
    <a:srgbClr val="012960"/>
    <a:srgbClr val="032451"/>
    <a:srgbClr val="051E42"/>
    <a:srgbClr val="25408F"/>
    <a:srgbClr val="2B55A1"/>
    <a:srgbClr val="0066FF"/>
    <a:srgbClr val="390F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47" autoAdjust="0"/>
    <p:restoredTop sz="81662" autoAdjust="0"/>
  </p:normalViewPr>
  <p:slideViewPr>
    <p:cSldViewPr snapToGrid="0">
      <p:cViewPr varScale="1">
        <p:scale>
          <a:sx n="130" d="100"/>
          <a:sy n="130" d="100"/>
        </p:scale>
        <p:origin x="296" y="192"/>
      </p:cViewPr>
      <p:guideLst>
        <p:guide orient="horz" pos="1620"/>
        <p:guide pos="2880"/>
        <p:guide orient="horz" pos="1597"/>
      </p:guideLst>
    </p:cSldViewPr>
  </p:slideViewPr>
  <p:outlineViewPr>
    <p:cViewPr>
      <p:scale>
        <a:sx n="33" d="100"/>
        <a:sy n="33" d="100"/>
      </p:scale>
      <p:origin x="28" y="1064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-456" y="-56"/>
      </p:cViewPr>
      <p:guideLst>
        <p:guide orient="horz" pos="2207"/>
        <p:guide pos="292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029075" cy="350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739" y="0"/>
            <a:ext cx="4029075" cy="350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74550A-4278-4208-9D08-D7CA8A455B7C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657859"/>
            <a:ext cx="4029075" cy="3509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739" y="6657859"/>
            <a:ext cx="4029075" cy="3509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1DD43A-B9F8-423B-96B7-183D8AAE8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0284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4028440" cy="351738"/>
          </a:xfrm>
          <a:prstGeom prst="rect">
            <a:avLst/>
          </a:prstGeom>
        </p:spPr>
        <p:txBody>
          <a:bodyPr vert="horz" lIns="93162" tIns="46582" rIns="93162" bIns="4658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10" y="2"/>
            <a:ext cx="4028440" cy="351738"/>
          </a:xfrm>
          <a:prstGeom prst="rect">
            <a:avLst/>
          </a:prstGeom>
        </p:spPr>
        <p:txBody>
          <a:bodyPr vert="horz" lIns="93162" tIns="46582" rIns="93162" bIns="46582" rtlCol="0"/>
          <a:lstStyle>
            <a:lvl1pPr algn="r">
              <a:defRPr sz="1200"/>
            </a:lvl1pPr>
          </a:lstStyle>
          <a:p>
            <a:fld id="{63ECA03A-97EF-4CA7-ACE3-397634DCE817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62" tIns="46582" rIns="93162" bIns="4658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2" y="3373758"/>
            <a:ext cx="7437119" cy="2760344"/>
          </a:xfrm>
          <a:prstGeom prst="rect">
            <a:avLst/>
          </a:prstGeom>
        </p:spPr>
        <p:txBody>
          <a:bodyPr vert="horz" lIns="93162" tIns="46582" rIns="93162" bIns="4658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658666"/>
            <a:ext cx="4028440" cy="351737"/>
          </a:xfrm>
          <a:prstGeom prst="rect">
            <a:avLst/>
          </a:prstGeom>
        </p:spPr>
        <p:txBody>
          <a:bodyPr vert="horz" lIns="93162" tIns="46582" rIns="93162" bIns="4658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10" y="6658666"/>
            <a:ext cx="4028440" cy="351737"/>
          </a:xfrm>
          <a:prstGeom prst="rect">
            <a:avLst/>
          </a:prstGeom>
        </p:spPr>
        <p:txBody>
          <a:bodyPr vert="horz" lIns="93162" tIns="46582" rIns="93162" bIns="46582" rtlCol="0" anchor="b"/>
          <a:lstStyle>
            <a:lvl1pPr algn="r">
              <a:defRPr sz="1200"/>
            </a:lvl1pPr>
          </a:lstStyle>
          <a:p>
            <a:fld id="{6F8581DA-BF9E-46D8-A35F-74F44F04D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959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638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1pPr>
    <a:lvl2pPr marL="342818" algn="l" defTabSz="685638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2pPr>
    <a:lvl3pPr marL="685638" algn="l" defTabSz="685638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3pPr>
    <a:lvl4pPr marL="1028457" algn="l" defTabSz="685638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4pPr>
    <a:lvl5pPr marL="1371276" algn="l" defTabSz="685638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5pPr>
    <a:lvl6pPr marL="1714095" algn="l" defTabSz="685638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6pPr>
    <a:lvl7pPr marL="2056914" algn="l" defTabSz="685638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7pPr>
    <a:lvl8pPr marL="2399733" algn="l" defTabSz="685638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8pPr>
    <a:lvl9pPr marL="2742552" algn="l" defTabSz="685638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46350" y="876300"/>
            <a:ext cx="4203700" cy="2365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42257" y="3330711"/>
            <a:ext cx="9551808" cy="3311653"/>
          </a:xfrm>
        </p:spPr>
        <p:txBody>
          <a:bodyPr/>
          <a:lstStyle/>
          <a:p>
            <a:pPr>
              <a:lnSpc>
                <a:spcPct val="150000"/>
              </a:lnSpc>
            </a:pPr>
            <a:endParaRPr lang="en-US" sz="1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9C1640-9AA7-43E9-9DA3-E8B58445B3E2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19280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46350" y="876300"/>
            <a:ext cx="4203700" cy="2365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42257" y="3330711"/>
            <a:ext cx="9551808" cy="3311653"/>
          </a:xfrm>
        </p:spPr>
        <p:txBody>
          <a:bodyPr/>
          <a:lstStyle/>
          <a:p>
            <a:pPr>
              <a:lnSpc>
                <a:spcPct val="150000"/>
              </a:lnSpc>
            </a:pPr>
            <a:endParaRPr lang="en-US" sz="1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9C1640-9AA7-43E9-9DA3-E8B58445B3E2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10114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8581DA-BF9E-46D8-A35F-74F44F04DB2F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4510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8581DA-BF9E-46D8-A35F-74F44F04DB2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4030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8581DA-BF9E-46D8-A35F-74F44F04DB2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978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D1F35-7AF6-4190-896A-33BB88B532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9BE78-0F3D-4382-A18F-0FC7C14C5A0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B61BE4-2B18-9EBF-3A4D-90641417168D}"/>
              </a:ext>
            </a:extLst>
          </p:cNvPr>
          <p:cNvSpPr/>
          <p:nvPr userDrawn="1"/>
        </p:nvSpPr>
        <p:spPr>
          <a:xfrm>
            <a:off x="418011" y="1554480"/>
            <a:ext cx="6270172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038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3F3B3AE-4E5E-848D-7A2D-7952F6E4F384}"/>
              </a:ext>
            </a:extLst>
          </p:cNvPr>
          <p:cNvSpPr/>
          <p:nvPr userDrawn="1"/>
        </p:nvSpPr>
        <p:spPr>
          <a:xfrm>
            <a:off x="418011" y="1554480"/>
            <a:ext cx="6270172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" y="80682"/>
            <a:ext cx="9029700" cy="5510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" y="1049619"/>
            <a:ext cx="8890000" cy="35096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D1F35-7AF6-4190-896A-33BB88B532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9BE78-0F3D-4382-A18F-0FC7C14C5A0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565150"/>
            <a:ext cx="9144000" cy="0"/>
          </a:xfrm>
          <a:prstGeom prst="line">
            <a:avLst/>
          </a:prstGeom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1506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7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6"/>
            <a:ext cx="7772400" cy="1125141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81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638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028457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276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09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6914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399733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2552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D1F35-7AF6-4190-896A-33BB88B532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9BE78-0F3D-4382-A18F-0FC7C14C5A0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42DE1E2-E296-487E-BE17-896A6E96A72D}"/>
              </a:ext>
            </a:extLst>
          </p:cNvPr>
          <p:cNvSpPr txBox="1">
            <a:spLocks/>
          </p:cNvSpPr>
          <p:nvPr userDrawn="1"/>
        </p:nvSpPr>
        <p:spPr>
          <a:xfrm>
            <a:off x="114300" y="80682"/>
            <a:ext cx="9029700" cy="551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lIns="91440" tIns="91440" rIns="0" bIns="0" rtlCol="0" anchor="ctr" anchorCtr="0">
            <a:normAutofit/>
          </a:bodyPr>
          <a:lstStyle>
            <a:lvl1pPr algn="l" defTabSz="685638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bg1"/>
                </a:solidFill>
                <a:latin typeface="Arial Black" panose="020B0A040201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994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D1F35-7AF6-4190-896A-33BB88B532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9BE78-0F3D-4382-A18F-0FC7C14C5A0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565150"/>
            <a:ext cx="9144000" cy="0"/>
          </a:xfrm>
          <a:prstGeom prst="line">
            <a:avLst/>
          </a:prstGeom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5662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18" indent="0">
              <a:buNone/>
              <a:defRPr sz="1500" b="1"/>
            </a:lvl2pPr>
            <a:lvl3pPr marL="685638" indent="0">
              <a:buNone/>
              <a:defRPr sz="1400" b="1"/>
            </a:lvl3pPr>
            <a:lvl4pPr marL="1028457" indent="0">
              <a:buNone/>
              <a:defRPr sz="1300" b="1"/>
            </a:lvl4pPr>
            <a:lvl5pPr marL="1371276" indent="0">
              <a:buNone/>
              <a:defRPr sz="1300" b="1"/>
            </a:lvl5pPr>
            <a:lvl6pPr marL="1714095" indent="0">
              <a:buNone/>
              <a:defRPr sz="1300" b="1"/>
            </a:lvl6pPr>
            <a:lvl7pPr marL="2056914" indent="0">
              <a:buNone/>
              <a:defRPr sz="1300" b="1"/>
            </a:lvl7pPr>
            <a:lvl8pPr marL="2399733" indent="0">
              <a:buNone/>
              <a:defRPr sz="1300" b="1"/>
            </a:lvl8pPr>
            <a:lvl9pPr marL="2742552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7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6"/>
            <a:ext cx="4041775" cy="47982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18" indent="0">
              <a:buNone/>
              <a:defRPr sz="1500" b="1"/>
            </a:lvl2pPr>
            <a:lvl3pPr marL="685638" indent="0">
              <a:buNone/>
              <a:defRPr sz="1400" b="1"/>
            </a:lvl3pPr>
            <a:lvl4pPr marL="1028457" indent="0">
              <a:buNone/>
              <a:defRPr sz="1300" b="1"/>
            </a:lvl4pPr>
            <a:lvl5pPr marL="1371276" indent="0">
              <a:buNone/>
              <a:defRPr sz="1300" b="1"/>
            </a:lvl5pPr>
            <a:lvl6pPr marL="1714095" indent="0">
              <a:buNone/>
              <a:defRPr sz="1300" b="1"/>
            </a:lvl6pPr>
            <a:lvl7pPr marL="2056914" indent="0">
              <a:buNone/>
              <a:defRPr sz="1300" b="1"/>
            </a:lvl7pPr>
            <a:lvl8pPr marL="2399733" indent="0">
              <a:buNone/>
              <a:defRPr sz="1300" b="1"/>
            </a:lvl8pPr>
            <a:lvl9pPr marL="2742552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7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D1F35-7AF6-4190-896A-33BB88B532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9BE78-0F3D-4382-A18F-0FC7C14C5A0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565150"/>
            <a:ext cx="9144000" cy="0"/>
          </a:xfrm>
          <a:prstGeom prst="line">
            <a:avLst/>
          </a:prstGeom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8332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D1F35-7AF6-4190-896A-33BB88B532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9BE78-0F3D-4382-A18F-0FC7C14C5A0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C8EE66-0E4E-6B13-DEA5-8820B354BB2F}"/>
              </a:ext>
            </a:extLst>
          </p:cNvPr>
          <p:cNvSpPr/>
          <p:nvPr userDrawn="1"/>
        </p:nvSpPr>
        <p:spPr>
          <a:xfrm>
            <a:off x="418011" y="1554480"/>
            <a:ext cx="6270172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085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D1F35-7AF6-4190-896A-33BB88B532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9BE78-0F3D-4382-A18F-0FC7C14C5A0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11FD54-2FCC-B889-A41E-6CB0D38A4CF7}"/>
              </a:ext>
            </a:extLst>
          </p:cNvPr>
          <p:cNvSpPr/>
          <p:nvPr userDrawn="1"/>
        </p:nvSpPr>
        <p:spPr>
          <a:xfrm>
            <a:off x="418011" y="1554480"/>
            <a:ext cx="6270172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678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04788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100"/>
            </a:lvl1pPr>
            <a:lvl2pPr marL="342818" indent="0">
              <a:buNone/>
              <a:defRPr sz="800"/>
            </a:lvl2pPr>
            <a:lvl3pPr marL="685638" indent="0">
              <a:buNone/>
              <a:defRPr sz="800"/>
            </a:lvl3pPr>
            <a:lvl4pPr marL="1028457" indent="0">
              <a:buNone/>
              <a:defRPr sz="700"/>
            </a:lvl4pPr>
            <a:lvl5pPr marL="1371276" indent="0">
              <a:buNone/>
              <a:defRPr sz="700"/>
            </a:lvl5pPr>
            <a:lvl6pPr marL="1714095" indent="0">
              <a:buNone/>
              <a:defRPr sz="700"/>
            </a:lvl6pPr>
            <a:lvl7pPr marL="2056914" indent="0">
              <a:buNone/>
              <a:defRPr sz="700"/>
            </a:lvl7pPr>
            <a:lvl8pPr marL="2399733" indent="0">
              <a:buNone/>
              <a:defRPr sz="700"/>
            </a:lvl8pPr>
            <a:lvl9pPr marL="2742552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D1F35-7AF6-4190-896A-33BB88B532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9BE78-0F3D-4382-A18F-0FC7C14C5A0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464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18" indent="0">
              <a:buNone/>
              <a:defRPr sz="2100"/>
            </a:lvl2pPr>
            <a:lvl3pPr marL="685638" indent="0">
              <a:buNone/>
              <a:defRPr sz="1800"/>
            </a:lvl3pPr>
            <a:lvl4pPr marL="1028457" indent="0">
              <a:buNone/>
              <a:defRPr sz="1500"/>
            </a:lvl4pPr>
            <a:lvl5pPr marL="1371276" indent="0">
              <a:buNone/>
              <a:defRPr sz="1500"/>
            </a:lvl5pPr>
            <a:lvl6pPr marL="1714095" indent="0">
              <a:buNone/>
              <a:defRPr sz="1500"/>
            </a:lvl6pPr>
            <a:lvl7pPr marL="2056914" indent="0">
              <a:buNone/>
              <a:defRPr sz="1500"/>
            </a:lvl7pPr>
            <a:lvl8pPr marL="2399733" indent="0">
              <a:buNone/>
              <a:defRPr sz="1500"/>
            </a:lvl8pPr>
            <a:lvl9pPr marL="2742552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6"/>
          </a:xfrm>
        </p:spPr>
        <p:txBody>
          <a:bodyPr/>
          <a:lstStyle>
            <a:lvl1pPr marL="0" indent="0">
              <a:buNone/>
              <a:defRPr sz="1100"/>
            </a:lvl1pPr>
            <a:lvl2pPr marL="342818" indent="0">
              <a:buNone/>
              <a:defRPr sz="800"/>
            </a:lvl2pPr>
            <a:lvl3pPr marL="685638" indent="0">
              <a:buNone/>
              <a:defRPr sz="800"/>
            </a:lvl3pPr>
            <a:lvl4pPr marL="1028457" indent="0">
              <a:buNone/>
              <a:defRPr sz="700"/>
            </a:lvl4pPr>
            <a:lvl5pPr marL="1371276" indent="0">
              <a:buNone/>
              <a:defRPr sz="700"/>
            </a:lvl5pPr>
            <a:lvl6pPr marL="1714095" indent="0">
              <a:buNone/>
              <a:defRPr sz="700"/>
            </a:lvl6pPr>
            <a:lvl7pPr marL="2056914" indent="0">
              <a:buNone/>
              <a:defRPr sz="700"/>
            </a:lvl7pPr>
            <a:lvl8pPr marL="2399733" indent="0">
              <a:buNone/>
              <a:defRPr sz="700"/>
            </a:lvl8pPr>
            <a:lvl9pPr marL="2742552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D1F35-7AF6-4190-896A-33BB88B532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9BE78-0F3D-4382-A18F-0FC7C14C5A0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0314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D1F35-7AF6-4190-896A-33BB88B532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9BE78-0F3D-4382-A18F-0FC7C14C5A0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565150"/>
            <a:ext cx="9144000" cy="0"/>
          </a:xfrm>
          <a:prstGeom prst="line">
            <a:avLst/>
          </a:prstGeom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122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D1F35-7AF6-4190-896A-33BB88B532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9BE78-0F3D-4382-A18F-0FC7C14C5A0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6844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51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lIns="91440" tIns="91440" rIns="0" bIns="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" y="654050"/>
            <a:ext cx="8890000" cy="3905249"/>
          </a:xfrm>
          <a:prstGeom prst="rect">
            <a:avLst/>
          </a:prstGeom>
        </p:spPr>
        <p:txBody>
          <a:bodyPr vert="horz" lIns="68563" tIns="34282" rIns="68563" bIns="34282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4610100"/>
            <a:ext cx="2133600" cy="297657"/>
          </a:xfrm>
          <a:prstGeom prst="rect">
            <a:avLst/>
          </a:prstGeom>
        </p:spPr>
        <p:txBody>
          <a:bodyPr vert="horz" lIns="68563" tIns="34282" rIns="68563" bIns="34282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74D1F35-7AF6-4190-896A-33BB88B532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33600" y="4627563"/>
            <a:ext cx="4387850" cy="273844"/>
          </a:xfrm>
          <a:prstGeom prst="rect">
            <a:avLst/>
          </a:prstGeom>
        </p:spPr>
        <p:txBody>
          <a:bodyPr vert="horz" lIns="68563" tIns="34282" rIns="68563" bIns="34282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67750" y="4930378"/>
            <a:ext cx="476250" cy="213122"/>
          </a:xfrm>
          <a:prstGeom prst="rect">
            <a:avLst/>
          </a:prstGeom>
        </p:spPr>
        <p:txBody>
          <a:bodyPr vert="horz" lIns="68563" tIns="34282" rIns="68563" bIns="34282" rtlCol="0" anchor="ctr"/>
          <a:lstStyle>
            <a:lvl1pPr algn="r">
              <a:defRPr sz="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889BE78-0F3D-4382-A18F-0FC7C14C5A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543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638" rtl="0" eaLnBrk="1" latinLnBrk="0" hangingPunct="1">
        <a:spcBef>
          <a:spcPct val="0"/>
        </a:spcBef>
        <a:buNone/>
        <a:defRPr sz="2800" kern="1200">
          <a:solidFill>
            <a:srgbClr val="25408F"/>
          </a:solidFill>
          <a:latin typeface="Arial Black" panose="020B0A04020102020204" pitchFamily="34" charset="0"/>
          <a:ea typeface="+mj-ea"/>
          <a:cs typeface="Arial" panose="020B0604020202020204" pitchFamily="34" charset="0"/>
        </a:defRPr>
      </a:lvl1pPr>
    </p:titleStyle>
    <p:bodyStyle>
      <a:lvl1pPr marL="257115" indent="-257115" algn="l" defTabSz="68563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57080" indent="-214262" algn="l" defTabSz="685638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047" indent="-171410" algn="l" defTabSz="68563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199866" indent="-171410" algn="l" defTabSz="685638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2686" indent="-171410" algn="l" defTabSz="685638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505" indent="-171410" algn="l" defTabSz="685638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323" indent="-171410" algn="l" defTabSz="685638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143" indent="-171410" algn="l" defTabSz="685638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3961" indent="-171410" algn="l" defTabSz="685638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63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18" algn="l" defTabSz="68563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638" algn="l" defTabSz="68563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457" algn="l" defTabSz="68563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276" algn="l" defTabSz="68563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095" algn="l" defTabSz="68563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6914" algn="l" defTabSz="68563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99733" algn="l" defTabSz="68563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552" algn="l" defTabSz="68563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1149817-7ED5-B21D-7AF7-AB2255E3F149}"/>
              </a:ext>
            </a:extLst>
          </p:cNvPr>
          <p:cNvSpPr txBox="1"/>
          <p:nvPr/>
        </p:nvSpPr>
        <p:spPr>
          <a:xfrm>
            <a:off x="197318" y="2033141"/>
            <a:ext cx="4572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Presentation</a:t>
            </a:r>
          </a:p>
          <a:p>
            <a:r>
              <a:rPr lang="en-US" sz="3200" b="1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Title Area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4D46BD-154F-DA9A-BCFC-2704D68EA628}"/>
              </a:ext>
            </a:extLst>
          </p:cNvPr>
          <p:cNvSpPr txBox="1"/>
          <p:nvPr/>
        </p:nvSpPr>
        <p:spPr>
          <a:xfrm>
            <a:off x="4007414" y="444733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prstClr val="black"/>
                </a:solidFill>
                <a:latin typeface="Helvetica" pitchFamily="2" charset="0"/>
              </a:rPr>
              <a:t>Name of Presenter</a:t>
            </a:r>
          </a:p>
        </p:txBody>
      </p:sp>
    </p:spTree>
    <p:extLst>
      <p:ext uri="{BB962C8B-B14F-4D97-AF65-F5344CB8AC3E}">
        <p14:creationId xmlns:p14="http://schemas.microsoft.com/office/powerpoint/2010/main" val="2397042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692C89B-3A27-36C4-EFB5-4B50EADD6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010" y="39189"/>
            <a:ext cx="7077493" cy="670560"/>
          </a:xfrm>
        </p:spPr>
        <p:txBody>
          <a:bodyPr>
            <a:noAutofit/>
          </a:bodyPr>
          <a:lstStyle/>
          <a:p>
            <a:pPr lvl="0"/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Main Slide Title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E989EF-011F-2414-1F63-A380B9A805DC}"/>
              </a:ext>
            </a:extLst>
          </p:cNvPr>
          <p:cNvSpPr txBox="1"/>
          <p:nvPr/>
        </p:nvSpPr>
        <p:spPr>
          <a:xfrm>
            <a:off x="280219" y="1101069"/>
            <a:ext cx="85835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Body Text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Maybe some bullets</a:t>
            </a:r>
          </a:p>
        </p:txBody>
      </p:sp>
    </p:spTree>
    <p:extLst>
      <p:ext uri="{BB962C8B-B14F-4D97-AF65-F5344CB8AC3E}">
        <p14:creationId xmlns:p14="http://schemas.microsoft.com/office/powerpoint/2010/main" val="3140423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B4365B-182F-2815-8BEB-E4CE7A5694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14399" y="2571750"/>
            <a:ext cx="7315201" cy="10002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096911" y="1540698"/>
            <a:ext cx="6950176" cy="206210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400" spc="-300" dirty="0">
                <a:ln w="22225">
                  <a:solidFill>
                    <a:schemeClr val="tx1"/>
                  </a:solidFill>
                  <a:prstDash val="solid"/>
                </a:ln>
                <a:solidFill>
                  <a:srgbClr val="0F1938"/>
                </a:solidFill>
                <a:latin typeface="Helvetica" pitchFamily="2" charset="0"/>
                <a:cs typeface="Times New Roman" panose="02020603050405020304" pitchFamily="18" charset="0"/>
              </a:rPr>
              <a:t>Large Message</a:t>
            </a:r>
          </a:p>
          <a:p>
            <a:pPr algn="ctr"/>
            <a:r>
              <a:rPr lang="en-US" sz="6400" spc="-300" dirty="0">
                <a:ln w="22225">
                  <a:solidFill>
                    <a:schemeClr val="tx1"/>
                  </a:solidFill>
                  <a:prstDash val="solid"/>
                </a:ln>
                <a:solidFill>
                  <a:srgbClr val="0F1938"/>
                </a:solidFill>
                <a:latin typeface="Helvetica" pitchFamily="2" charset="0"/>
                <a:cs typeface="Times New Roman" panose="02020603050405020304" pitchFamily="18" charset="0"/>
              </a:rPr>
              <a:t>Or Section Change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914399" y="2837025"/>
            <a:ext cx="7315201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275765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2AE9086-444A-E0C7-BF92-8E692BD5C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88" y="520969"/>
            <a:ext cx="7077493" cy="670560"/>
          </a:xfrm>
        </p:spPr>
        <p:txBody>
          <a:bodyPr>
            <a:noAutofit/>
          </a:bodyPr>
          <a:lstStyle/>
          <a:p>
            <a:pPr lvl="0"/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Slide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4C4B5F-E4F4-CAC3-8375-03386E5367F7}"/>
              </a:ext>
            </a:extLst>
          </p:cNvPr>
          <p:cNvSpPr txBox="1"/>
          <p:nvPr/>
        </p:nvSpPr>
        <p:spPr>
          <a:xfrm>
            <a:off x="624488" y="1543520"/>
            <a:ext cx="49405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Helvetica" pitchFamily="2" charset="0"/>
              </a:rPr>
              <a:t>Body Text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Helvetica" pitchFamily="2" charset="0"/>
              </a:rPr>
              <a:t>Maybe some bullets</a:t>
            </a:r>
          </a:p>
        </p:txBody>
      </p:sp>
    </p:spTree>
    <p:extLst>
      <p:ext uri="{BB962C8B-B14F-4D97-AF65-F5344CB8AC3E}">
        <p14:creationId xmlns:p14="http://schemas.microsoft.com/office/powerpoint/2010/main" val="3854676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1998390"/>
            <a:ext cx="4432299" cy="1532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  <a:latin typeface="Helvetica" pitchFamily="2" charset="0"/>
              </a:rPr>
              <a:t>Ending Message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  <a:latin typeface="Helvetica" pitchFamily="2" charset="0"/>
              </a:rPr>
              <a:t>Can Go Here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2F06D5-FD64-800D-851B-847B5DEF5759}"/>
              </a:ext>
            </a:extLst>
          </p:cNvPr>
          <p:cNvSpPr txBox="1"/>
          <p:nvPr/>
        </p:nvSpPr>
        <p:spPr>
          <a:xfrm>
            <a:off x="519188" y="4398781"/>
            <a:ext cx="45075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prstClr val="black"/>
                </a:solidFill>
                <a:latin typeface="Helvetica" pitchFamily="2" charset="0"/>
              </a:rPr>
              <a:t>Name of Presenter</a:t>
            </a:r>
            <a:endParaRPr lang="en-US" sz="12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0198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REPORTCONTROLSVISIBLE" val="Empty"/>
  <p:tag name="_AMO_UNIQUEIDENTIFIER" val="8530ed78-3d24-4b26-b6a5-32585e8b85a2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3397C6321A5CD4F9AEF20D465EC24EA" ma:contentTypeVersion="11" ma:contentTypeDescription="Create a new document." ma:contentTypeScope="" ma:versionID="62f04c541ba0253f91b331ea43e2d9ea">
  <xsd:schema xmlns:xsd="http://www.w3.org/2001/XMLSchema" xmlns:xs="http://www.w3.org/2001/XMLSchema" xmlns:p="http://schemas.microsoft.com/office/2006/metadata/properties" xmlns:ns2="7365838e-5742-406c-8643-fccf082479df" xmlns:ns3="52d5e68b-42aa-4e72-89be-0e77d4ed4a9a" targetNamespace="http://schemas.microsoft.com/office/2006/metadata/properties" ma:root="true" ma:fieldsID="5cae06a019a75c24c9c9fbb798a26d9e" ns2:_="" ns3:_="">
    <xsd:import namespace="7365838e-5742-406c-8643-fccf082479df"/>
    <xsd:import namespace="52d5e68b-42aa-4e72-89be-0e77d4ed4a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65838e-5742-406c-8643-fccf082479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a13d453-1d4d-4574-b55a-016e37864ad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d5e68b-42aa-4e72-89be-0e77d4ed4a9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be32e77-3489-4dc6-98d5-1d52ffb41b53}" ma:internalName="TaxCatchAll" ma:showField="CatchAllData" ma:web="52d5e68b-42aa-4e72-89be-0e77d4ed4a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365838e-5742-406c-8643-fccf082479df">
      <Terms xmlns="http://schemas.microsoft.com/office/infopath/2007/PartnerControls"/>
    </lcf76f155ced4ddcb4097134ff3c332f>
    <TaxCatchAll xmlns="52d5e68b-42aa-4e72-89be-0e77d4ed4a9a" xsi:nil="true"/>
  </documentManagement>
</p:properties>
</file>

<file path=customXml/itemProps1.xml><?xml version="1.0" encoding="utf-8"?>
<ds:datastoreItem xmlns:ds="http://schemas.openxmlformats.org/officeDocument/2006/customXml" ds:itemID="{F8A2FC22-1424-4B90-818C-09FF3DD3058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2B9CE5B-11B9-45E3-8009-ED21FE96B9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365838e-5742-406c-8643-fccf082479df"/>
    <ds:schemaRef ds:uri="52d5e68b-42aa-4e72-89be-0e77d4ed4a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4BA9D14-5734-4DB3-B052-31AB73F88DB0}">
  <ds:schemaRefs>
    <ds:schemaRef ds:uri="http://schemas.microsoft.com/office/2006/metadata/properties"/>
    <ds:schemaRef ds:uri="http://schemas.microsoft.com/office/infopath/2007/PartnerControls"/>
    <ds:schemaRef ds:uri="7365838e-5742-406c-8643-fccf082479df"/>
    <ds:schemaRef ds:uri="52d5e68b-42aa-4e72-89be-0e77d4ed4a9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21837</TotalTime>
  <Words>39</Words>
  <Application>Microsoft Office PowerPoint</Application>
  <PresentationFormat>On-screen Show (16:9)</PresentationFormat>
  <Paragraphs>19</Paragraphs>
  <Slides>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1_Office Theme</vt:lpstr>
      <vt:lpstr>PowerPoint Presentation</vt:lpstr>
      <vt:lpstr>Main Slide Title</vt:lpstr>
      <vt:lpstr>PowerPoint Presentation</vt:lpstr>
      <vt:lpstr>Slide Title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ACTEX Learning</dc:creator>
  <cp:lastModifiedBy>Rachel Maragnano</cp:lastModifiedBy>
  <cp:revision>432</cp:revision>
  <cp:lastPrinted>2020-09-14T14:17:56Z</cp:lastPrinted>
  <dcterms:created xsi:type="dcterms:W3CDTF">2015-06-21T16:39:25Z</dcterms:created>
  <dcterms:modified xsi:type="dcterms:W3CDTF">2024-09-15T11:07:28Z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0x01010073397C6321A5CD4F9AEF20D465EC24EA</vt:lpwstr>
  </property>
</Properties>
</file>